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5"/>
    <a:srgbClr val="6BA7C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1" d="100"/>
          <a:sy n="71" d="100"/>
        </p:scale>
        <p:origin x="913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459DC-172A-4B98-5FC2-361BD6E58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94E49-390F-C9DF-5092-BF4000A06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73E53-AEA2-038B-24DC-6AD8F591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C65FD-CAD7-7BAC-EB3E-8E706E2D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CD26F-AC18-3646-68F5-613E3AF6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6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4888-4312-F75B-EF0B-9645821C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52BA0-58E0-A674-C753-C839D71D3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AD80E-9C6E-B872-C52E-94413592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75775-10B1-DE6A-220B-9974D6ED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A49C9-A98A-91CD-AB3B-F65AC480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4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7CC44-C844-9889-668F-EEE8576E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EE9D8-F20D-052B-5C64-59C740E6A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077F8-E8C9-431B-DC6D-BA132ECE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228F8-332C-3C10-8C6B-E8A5B461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20C0-6E5A-C995-81F8-F82A100F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0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8339-9456-D1F8-0EDA-6FEFE6A0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956D1-DFC1-5405-90D9-13B8EE68F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BADCB-CC00-C57D-88A8-B610C304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BC35D-52C1-51EF-2DE3-2345A21F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EE98F-3725-19CB-012D-2063295B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62A5A-B5A7-6326-9EF2-04DC285E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45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DF34-76AB-BF5A-CEC0-5112F09F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AC359-EE59-7C68-0230-C4F200868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580DA-9EFC-9E0F-B25C-14912E8E6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9CEA3B-F867-AEC5-1A1B-17AA36F16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32ABB-F2F7-11F7-0E0D-01905C7E0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2A0BB-E0B2-EBC0-CB05-9F8B2A967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445E0-FEC1-6DAF-52CB-21945349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B4FC-FDFD-05E7-749D-51B61E5B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13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66F5-2840-A7B1-4FB7-E7D4FD8E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7AD10-1B96-5AFC-AF1F-4AC0846A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5FA4B-157E-E783-CFB1-04ED6E47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C2392-1E72-69FC-26B7-D6B84E4F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8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6BFAE-DF12-7EE2-C942-25BB2A71B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2777B-783C-8FCF-FB84-F9430F9F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D9EAE-087E-0779-C032-5ABACB11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3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5665-7F0B-DF14-3B4B-B0D1D14D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3701B-2D09-BD9C-6723-F5A231F7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4D799-2C96-33C9-3B43-363BEF2D1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CB4FB-BC20-444B-3F6B-571DAFDD6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A07BE-E1E8-B678-968F-ECEC16BB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415BB-4D3B-4410-0533-CA752C85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9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CF2F-5D1B-4D08-756F-57639E79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B7B4A-5AAE-5940-0809-9C5005EE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F5201-02E3-BF85-2BFC-B71E89416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10A90-E4E5-76C0-C328-56F215BE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4B575-0BB6-4B4F-31B4-AC6B24FDD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EFD1A-4782-8B1E-577E-1313F28F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0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0940-E91C-0CC6-F17E-861EA4A8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23D01-FE68-D43A-2415-D49A9ACA2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19275-17E2-C78C-5013-EB8DE282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FF17C-E1C1-BDAF-7293-2E7BFA19E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1C01A-927A-482B-6084-87549358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8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2AAC5-EAD8-9F81-0DCB-791BAF48C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62A46-6637-7168-2B63-33B7C4AB5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E9480-5A4A-1B16-2E65-B9981C77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4D224-0B21-49B6-159B-225965C54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E39E9-067F-CF75-14D4-5386BF51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3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AAEA9C-A529-A80F-131E-2B2B7482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E98B3-0AAD-5076-D1D2-74EE665D9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94005-6619-9083-9358-805D18CDC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A449A-9296-41A5-A1B7-05B6117D168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C19AE-8A87-5994-29F0-3A2DC4339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0974F-43A1-7389-33F1-8CA20C7AF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4B704-DB0C-4534-A4F6-E6CC55032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13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D1244-157C-19AA-D743-ACD25F5E947B}"/>
              </a:ext>
            </a:extLst>
          </p:cNvPr>
          <p:cNvSpPr txBox="1"/>
          <p:nvPr/>
        </p:nvSpPr>
        <p:spPr>
          <a:xfrm>
            <a:off x="2786748" y="2086252"/>
            <a:ext cx="68205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0" dirty="0">
                <a:solidFill>
                  <a:schemeClr val="accent2">
                    <a:lumMod val="75000"/>
                  </a:schemeClr>
                </a:solidFill>
                <a:latin typeface="Broadway" panose="04040905080B02020502" pitchFamily="82" charset="0"/>
              </a:rPr>
              <a:t>M</a:t>
            </a:r>
            <a:r>
              <a:rPr lang="en-US" sz="11000" dirty="0">
                <a:solidFill>
                  <a:schemeClr val="accent2">
                    <a:lumMod val="75000"/>
                  </a:schemeClr>
                </a:solidFill>
                <a:latin typeface="Avenis Semibold" pitchFamily="50" charset="0"/>
              </a:rPr>
              <a:t>ap</a:t>
            </a:r>
            <a:r>
              <a:rPr lang="en-US" sz="11000" dirty="0">
                <a:solidFill>
                  <a:srgbClr val="6BA7C9"/>
                </a:solidFill>
                <a:latin typeface="Avenis Semibold" pitchFamily="50" charset="0"/>
              </a:rPr>
              <a:t>Bana</a:t>
            </a:r>
            <a:r>
              <a:rPr lang="en-US" sz="11000" dirty="0">
                <a:solidFill>
                  <a:srgbClr val="6BA7C9"/>
                </a:solidFill>
                <a:latin typeface="ESRI Surveyor" panose="02000000000000000000" pitchFamily="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081588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Avenis Semibold</vt:lpstr>
      <vt:lpstr>Broadway</vt:lpstr>
      <vt:lpstr>ESRI Surveyor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Anisur Rahman Bayazid</dc:creator>
  <cp:lastModifiedBy>Anisur Rahman Bayazid</cp:lastModifiedBy>
  <cp:revision>2</cp:revision>
  <dcterms:created xsi:type="dcterms:W3CDTF">2026-08-19T04:25:42Z</dcterms:created>
  <dcterms:modified xsi:type="dcterms:W3CDTF">2026-08-19T07:38:02Z</dcterms:modified>
</cp:coreProperties>
</file>