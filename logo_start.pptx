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4F15"/>
    <a:srgbClr val="6BA7C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71" d="100"/>
          <a:sy n="71" d="100"/>
        </p:scale>
        <p:origin x="913" y="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459DC-172A-4B98-5FC2-361BD6E58F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D94E49-390F-C9DF-5092-BF4000A06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73E53-AEA2-038B-24DC-6AD8F5919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C65FD-CAD7-7BAC-EB3E-8E706E2D9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1CD26F-AC18-3646-68F5-613E3AF65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161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04888-4312-F75B-EF0B-9645821C2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52BA0-58E0-A674-C753-C839D71D3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AD80E-9C6E-B872-C52E-94413592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75775-10B1-DE6A-220B-9974D6EDF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A49C9-A98A-91CD-AB3B-F65AC480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344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7CC44-C844-9889-668F-EEE8576E2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DEE9D8-F20D-052B-5C64-59C740E6A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2077F8-E8C9-431B-DC6D-BA132ECE7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228F8-332C-3C10-8C6B-E8A5B4617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820C0-6E5A-C995-81F8-F82A100FE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103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B8339-9456-D1F8-0EDA-6FEFE6A04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56D1-DFC1-5405-90D9-13B8EE68F8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7BADCB-CC00-C57D-88A8-B610C30413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5BC35D-52C1-51EF-2DE3-2345A21F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CEE98F-3725-19CB-012D-2063295B8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2A5A-B5A7-6326-9EF2-04DC285EE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345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DF34-76AB-BF5A-CEC0-5112F09F1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0AC359-EE59-7C68-0230-C4F2008685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C580DA-9EFC-9E0F-B25C-14912E8E6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9CEA3B-F867-AEC5-1A1B-17AA36F16F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132ABB-F2F7-11F7-0E0D-01905C7E07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D2A0BB-E0B2-EBC0-CB05-9F8B2A967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2445E0-FEC1-6DAF-52CB-21945349E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EBB4FC-FDFD-05E7-749D-51B61E5B3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13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E66F5-2840-A7B1-4FB7-E7D4FD8E1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97AD10-1B96-5AFC-AF1F-4AC0846AB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5FA4B-157E-E783-CFB1-04ED6E474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6C2392-1E72-69FC-26B7-D6B84E4F7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486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16BFAE-DF12-7EE2-C942-25BB2A71B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72777B-783C-8FCF-FB84-F9430F9F5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8D9EAE-087E-0779-C032-5ABACB11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434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45665-7F0B-DF14-3B4B-B0D1D14D1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3701B-2D09-BD9C-6723-F5A231F7C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84D799-2C96-33C9-3B43-363BEF2D1C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ACB4FB-BC20-444B-3F6B-571DAFDD6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DA07BE-E1E8-B678-968F-ECEC16BBF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415BB-4D3B-4410-0533-CA752C857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494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CF2F-5D1B-4D08-756F-57639E79F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4B7B4A-5AAE-5940-0809-9C5005EEC1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3F5201-02E3-BF85-2BFC-B71E894166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710A90-E4E5-76C0-C328-56F215BEA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F4B575-0BB6-4B4F-31B4-AC6B24FDD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EFD1A-4782-8B1E-577E-1313F28F9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505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00940-E91C-0CC6-F17E-861EA4A8F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D23D01-FE68-D43A-2415-D49A9ACA24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19275-17E2-C78C-5013-EB8DE2822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7FF17C-E1C1-BDAF-7293-2E7BFA19E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1C01A-927A-482B-6084-875493583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087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E2AAC5-EAD8-9F81-0DCB-791BAF48C4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A62A46-6637-7168-2B63-33B7C4AB53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E9480-5A4A-1B16-2E65-B9981C772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4D224-0B21-49B6-159B-225965C54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E39E9-067F-CF75-14D4-5386BF514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838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AAEA9C-A529-A80F-131E-2B2B7482A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6E98B3-0AAD-5076-D1D2-74EE665D95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94005-6619-9083-9358-805D18CDCE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CA449A-9296-41A5-A1B7-05B6117D168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C19AE-8A87-5994-29F0-3A2DC4339C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0974F-43A1-7389-33F1-8CA20C7AF0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64B704-DB0C-4534-A4F6-E6CC55032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13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6D1244-157C-19AA-D743-ACD25F5E947B}"/>
              </a:ext>
            </a:extLst>
          </p:cNvPr>
          <p:cNvSpPr txBox="1"/>
          <p:nvPr/>
        </p:nvSpPr>
        <p:spPr>
          <a:xfrm>
            <a:off x="4512574" y="1997291"/>
            <a:ext cx="360570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dirty="0" err="1">
                <a:solidFill>
                  <a:schemeClr val="accent2">
                    <a:lumMod val="75000"/>
                  </a:schemeClr>
                </a:solidFill>
                <a:latin typeface="Avenis Semibold" pitchFamily="50" charset="0"/>
              </a:rPr>
              <a:t>ap</a:t>
            </a:r>
            <a:r>
              <a:rPr lang="en-US" sz="8800" dirty="0" err="1">
                <a:solidFill>
                  <a:srgbClr val="6BA7C9"/>
                </a:solidFill>
                <a:latin typeface="Avenis Semibold" pitchFamily="50" charset="0"/>
              </a:rPr>
              <a:t>Bana</a:t>
            </a:r>
            <a:endParaRPr lang="en-US" sz="8800" dirty="0">
              <a:solidFill>
                <a:srgbClr val="6BA7C9"/>
              </a:solidFill>
              <a:latin typeface="Avenis Semibold" pitchFamily="50" charset="0"/>
            </a:endParaRPr>
          </a:p>
        </p:txBody>
      </p:sp>
      <p:pic>
        <p:nvPicPr>
          <p:cNvPr id="4" name="Graphic 3" descr="Marker outline">
            <a:extLst>
              <a:ext uri="{FF2B5EF4-FFF2-40B4-BE49-F238E27FC236}">
                <a16:creationId xmlns:a16="http://schemas.microsoft.com/office/drawing/2014/main" id="{7923A32A-202F-45CF-1AA6-086154A6B9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13859" y="2220509"/>
            <a:ext cx="914400" cy="91440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E6513EE8-9F25-7F85-ECAB-BD7208D04074}"/>
              </a:ext>
            </a:extLst>
          </p:cNvPr>
          <p:cNvSpPr/>
          <p:nvPr/>
        </p:nvSpPr>
        <p:spPr>
          <a:xfrm>
            <a:off x="8205537" y="3068053"/>
            <a:ext cx="144379" cy="156410"/>
          </a:xfrm>
          <a:prstGeom prst="ellipse">
            <a:avLst/>
          </a:prstGeom>
          <a:solidFill>
            <a:srgbClr val="6BA7C9"/>
          </a:solidFill>
          <a:ln>
            <a:solidFill>
              <a:srgbClr val="6BA7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aphic 6" descr="Map with pin outline">
            <a:extLst>
              <a:ext uri="{FF2B5EF4-FFF2-40B4-BE49-F238E27FC236}">
                <a16:creationId xmlns:a16="http://schemas.microsoft.com/office/drawing/2014/main" id="{659ADE6F-3331-6D39-4CEA-A4C5BF7A9226}"/>
              </a:ext>
            </a:extLst>
          </p:cNvPr>
          <p:cNvGrpSpPr/>
          <p:nvPr/>
        </p:nvGrpSpPr>
        <p:grpSpPr>
          <a:xfrm>
            <a:off x="3413760" y="2173352"/>
            <a:ext cx="1098814" cy="1008713"/>
            <a:chOff x="3378356" y="2391616"/>
            <a:chExt cx="1031106" cy="837606"/>
          </a:xfrm>
          <a:solidFill>
            <a:srgbClr val="C04F15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BE7FC25-78E9-D30B-DED1-1B7802F16ACA}"/>
                </a:ext>
              </a:extLst>
            </p:cNvPr>
            <p:cNvSpPr/>
            <p:nvPr/>
          </p:nvSpPr>
          <p:spPr>
            <a:xfrm>
              <a:off x="3378356" y="2507448"/>
              <a:ext cx="1031106" cy="721774"/>
            </a:xfrm>
            <a:custGeom>
              <a:avLst/>
              <a:gdLst>
                <a:gd name="csX0" fmla="*/ 932971 w 1031106"/>
                <a:gd name="csY0" fmla="*/ 79833 h 721774"/>
                <a:gd name="csX1" fmla="*/ 922338 w 1031106"/>
                <a:gd name="csY1" fmla="*/ 103330 h 721774"/>
                <a:gd name="csX2" fmla="*/ 1005329 w 1031106"/>
                <a:gd name="csY2" fmla="*/ 144819 h 721774"/>
                <a:gd name="csX3" fmla="*/ 1005329 w 1031106"/>
                <a:gd name="csY3" fmla="*/ 680066 h 721774"/>
                <a:gd name="csX4" fmla="*/ 786219 w 1031106"/>
                <a:gd name="csY4" fmla="*/ 570511 h 721774"/>
                <a:gd name="csX5" fmla="*/ 786219 w 1031106"/>
                <a:gd name="csY5" fmla="*/ 354443 h 721774"/>
                <a:gd name="csX6" fmla="*/ 760441 w 1031106"/>
                <a:gd name="csY6" fmla="*/ 354443 h 721774"/>
                <a:gd name="csX7" fmla="*/ 760441 w 1031106"/>
                <a:gd name="csY7" fmla="*/ 570511 h 721774"/>
                <a:gd name="csX8" fmla="*/ 528442 w 1031106"/>
                <a:gd name="csY8" fmla="*/ 686511 h 721774"/>
                <a:gd name="csX9" fmla="*/ 528442 w 1031106"/>
                <a:gd name="csY9" fmla="*/ 151263 h 721774"/>
                <a:gd name="csX10" fmla="*/ 623562 w 1031106"/>
                <a:gd name="csY10" fmla="*/ 103704 h 721774"/>
                <a:gd name="csX11" fmla="*/ 612916 w 1031106"/>
                <a:gd name="csY11" fmla="*/ 80207 h 721774"/>
                <a:gd name="csX12" fmla="*/ 515553 w 1031106"/>
                <a:gd name="csY12" fmla="*/ 128888 h 721774"/>
                <a:gd name="csX13" fmla="*/ 257777 w 1031106"/>
                <a:gd name="csY13" fmla="*/ 0 h 721774"/>
                <a:gd name="csX14" fmla="*/ 0 w 1031106"/>
                <a:gd name="csY14" fmla="*/ 128888 h 721774"/>
                <a:gd name="csX15" fmla="*/ 0 w 1031106"/>
                <a:gd name="csY15" fmla="*/ 721775 h 721774"/>
                <a:gd name="csX16" fmla="*/ 257777 w 1031106"/>
                <a:gd name="csY16" fmla="*/ 592886 h 721774"/>
                <a:gd name="csX17" fmla="*/ 515553 w 1031106"/>
                <a:gd name="csY17" fmla="*/ 721775 h 721774"/>
                <a:gd name="csX18" fmla="*/ 773330 w 1031106"/>
                <a:gd name="csY18" fmla="*/ 592886 h 721774"/>
                <a:gd name="csX19" fmla="*/ 1031107 w 1031106"/>
                <a:gd name="csY19" fmla="*/ 721775 h 721774"/>
                <a:gd name="csX20" fmla="*/ 1031107 w 1031106"/>
                <a:gd name="csY20" fmla="*/ 128888 h 721774"/>
                <a:gd name="csX21" fmla="*/ 244888 w 1031106"/>
                <a:gd name="csY21" fmla="*/ 570511 h 721774"/>
                <a:gd name="csX22" fmla="*/ 25778 w 1031106"/>
                <a:gd name="csY22" fmla="*/ 680066 h 721774"/>
                <a:gd name="csX23" fmla="*/ 25778 w 1031106"/>
                <a:gd name="csY23" fmla="*/ 144819 h 721774"/>
                <a:gd name="csX24" fmla="*/ 244888 w 1031106"/>
                <a:gd name="csY24" fmla="*/ 35264 h 721774"/>
                <a:gd name="csX25" fmla="*/ 502665 w 1031106"/>
                <a:gd name="csY25" fmla="*/ 686511 h 721774"/>
                <a:gd name="csX26" fmla="*/ 270666 w 1031106"/>
                <a:gd name="csY26" fmla="*/ 570511 h 721774"/>
                <a:gd name="csX27" fmla="*/ 270666 w 1031106"/>
                <a:gd name="csY27" fmla="*/ 35264 h 721774"/>
                <a:gd name="csX28" fmla="*/ 502665 w 1031106"/>
                <a:gd name="csY28" fmla="*/ 151263 h 7217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31106" h="721774">
                  <a:moveTo>
                    <a:pt x="932971" y="79833"/>
                  </a:moveTo>
                  <a:lnTo>
                    <a:pt x="922338" y="103330"/>
                  </a:lnTo>
                  <a:lnTo>
                    <a:pt x="1005329" y="144819"/>
                  </a:lnTo>
                  <a:lnTo>
                    <a:pt x="1005329" y="680066"/>
                  </a:lnTo>
                  <a:lnTo>
                    <a:pt x="786219" y="570511"/>
                  </a:lnTo>
                  <a:lnTo>
                    <a:pt x="786219" y="354443"/>
                  </a:lnTo>
                  <a:lnTo>
                    <a:pt x="760441" y="354443"/>
                  </a:lnTo>
                  <a:lnTo>
                    <a:pt x="760441" y="570511"/>
                  </a:lnTo>
                  <a:lnTo>
                    <a:pt x="528442" y="686511"/>
                  </a:lnTo>
                  <a:lnTo>
                    <a:pt x="528442" y="151263"/>
                  </a:lnTo>
                  <a:lnTo>
                    <a:pt x="623562" y="103704"/>
                  </a:lnTo>
                  <a:lnTo>
                    <a:pt x="612916" y="80207"/>
                  </a:lnTo>
                  <a:lnTo>
                    <a:pt x="515553" y="128888"/>
                  </a:lnTo>
                  <a:lnTo>
                    <a:pt x="257777" y="0"/>
                  </a:lnTo>
                  <a:lnTo>
                    <a:pt x="0" y="128888"/>
                  </a:lnTo>
                  <a:lnTo>
                    <a:pt x="0" y="721775"/>
                  </a:lnTo>
                  <a:lnTo>
                    <a:pt x="257777" y="592886"/>
                  </a:lnTo>
                  <a:lnTo>
                    <a:pt x="515553" y="721775"/>
                  </a:lnTo>
                  <a:lnTo>
                    <a:pt x="773330" y="592886"/>
                  </a:lnTo>
                  <a:lnTo>
                    <a:pt x="1031107" y="721775"/>
                  </a:lnTo>
                  <a:lnTo>
                    <a:pt x="1031107" y="128888"/>
                  </a:lnTo>
                  <a:close/>
                  <a:moveTo>
                    <a:pt x="244888" y="570511"/>
                  </a:moveTo>
                  <a:lnTo>
                    <a:pt x="25778" y="680066"/>
                  </a:lnTo>
                  <a:lnTo>
                    <a:pt x="25778" y="144819"/>
                  </a:lnTo>
                  <a:lnTo>
                    <a:pt x="244888" y="35264"/>
                  </a:lnTo>
                  <a:close/>
                  <a:moveTo>
                    <a:pt x="502665" y="686511"/>
                  </a:moveTo>
                  <a:lnTo>
                    <a:pt x="270666" y="570511"/>
                  </a:lnTo>
                  <a:lnTo>
                    <a:pt x="270666" y="35264"/>
                  </a:lnTo>
                  <a:lnTo>
                    <a:pt x="502665" y="151263"/>
                  </a:lnTo>
                  <a:close/>
                </a:path>
              </a:pathLst>
            </a:custGeom>
            <a:grpFill/>
            <a:ln w="12799" cap="flat">
              <a:solidFill>
                <a:srgbClr val="C04F15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F3E2941-A85E-A624-8DCF-5E11E7255B38}"/>
                </a:ext>
              </a:extLst>
            </p:cNvPr>
            <p:cNvSpPr/>
            <p:nvPr/>
          </p:nvSpPr>
          <p:spPr>
            <a:xfrm>
              <a:off x="4018401" y="2391616"/>
              <a:ext cx="265749" cy="431511"/>
            </a:xfrm>
            <a:custGeom>
              <a:avLst/>
              <a:gdLst>
                <a:gd name="csX0" fmla="*/ 132808 w 265749"/>
                <a:gd name="csY0" fmla="*/ 25778 h 431511"/>
                <a:gd name="csX1" fmla="*/ 221341 w 265749"/>
                <a:gd name="csY1" fmla="*/ 72951 h 431511"/>
                <a:gd name="csX2" fmla="*/ 232774 w 265749"/>
                <a:gd name="csY2" fmla="*/ 172195 h 431511"/>
                <a:gd name="csX3" fmla="*/ 173008 w 265749"/>
                <a:gd name="csY3" fmla="*/ 304305 h 431511"/>
                <a:gd name="csX4" fmla="*/ 132808 w 265749"/>
                <a:gd name="csY4" fmla="*/ 388689 h 431511"/>
                <a:gd name="csX5" fmla="*/ 92852 w 265749"/>
                <a:gd name="csY5" fmla="*/ 304834 h 431511"/>
                <a:gd name="csX6" fmla="*/ 32855 w 265749"/>
                <a:gd name="csY6" fmla="*/ 172246 h 431511"/>
                <a:gd name="csX7" fmla="*/ 44455 w 265749"/>
                <a:gd name="csY7" fmla="*/ 72783 h 431511"/>
                <a:gd name="csX8" fmla="*/ 132872 w 265749"/>
                <a:gd name="csY8" fmla="*/ 25778 h 431511"/>
                <a:gd name="csX9" fmla="*/ 132872 w 265749"/>
                <a:gd name="csY9" fmla="*/ 0 h 431511"/>
                <a:gd name="csX10" fmla="*/ 23072 w 265749"/>
                <a:gd name="csY10" fmla="*/ 58399 h 431511"/>
                <a:gd name="csX11" fmla="*/ 9101 w 265749"/>
                <a:gd name="csY11" fmla="*/ 182132 h 431511"/>
                <a:gd name="csX12" fmla="*/ 69408 w 265749"/>
                <a:gd name="csY12" fmla="*/ 315429 h 431511"/>
                <a:gd name="csX13" fmla="*/ 121453 w 265749"/>
                <a:gd name="csY13" fmla="*/ 424597 h 431511"/>
                <a:gd name="csX14" fmla="*/ 138849 w 265749"/>
                <a:gd name="csY14" fmla="*/ 430040 h 431511"/>
                <a:gd name="csX15" fmla="*/ 144292 w 265749"/>
                <a:gd name="csY15" fmla="*/ 424597 h 431511"/>
                <a:gd name="csX16" fmla="*/ 196350 w 265749"/>
                <a:gd name="csY16" fmla="*/ 315429 h 431511"/>
                <a:gd name="csX17" fmla="*/ 256644 w 265749"/>
                <a:gd name="csY17" fmla="*/ 182132 h 431511"/>
                <a:gd name="csX18" fmla="*/ 242685 w 265749"/>
                <a:gd name="csY18" fmla="*/ 58399 h 431511"/>
                <a:gd name="csX19" fmla="*/ 132872 w 265749"/>
                <a:gd name="csY19" fmla="*/ 0 h 431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65749" h="431511">
                  <a:moveTo>
                    <a:pt x="132808" y="25778"/>
                  </a:moveTo>
                  <a:cubicBezTo>
                    <a:pt x="168344" y="25737"/>
                    <a:pt x="201556" y="43433"/>
                    <a:pt x="221341" y="72951"/>
                  </a:cubicBezTo>
                  <a:cubicBezTo>
                    <a:pt x="241118" y="102185"/>
                    <a:pt x="245385" y="139230"/>
                    <a:pt x="232774" y="172195"/>
                  </a:cubicBezTo>
                  <a:lnTo>
                    <a:pt x="173008" y="304305"/>
                  </a:lnTo>
                  <a:lnTo>
                    <a:pt x="132808" y="388689"/>
                  </a:lnTo>
                  <a:lnTo>
                    <a:pt x="92852" y="304834"/>
                  </a:lnTo>
                  <a:lnTo>
                    <a:pt x="32855" y="172246"/>
                  </a:lnTo>
                  <a:cubicBezTo>
                    <a:pt x="20235" y="139189"/>
                    <a:pt x="24566" y="102050"/>
                    <a:pt x="44455" y="72783"/>
                  </a:cubicBezTo>
                  <a:cubicBezTo>
                    <a:pt x="64243" y="43349"/>
                    <a:pt x="97405" y="25720"/>
                    <a:pt x="132872" y="25778"/>
                  </a:cubicBezTo>
                  <a:moveTo>
                    <a:pt x="132872" y="0"/>
                  </a:moveTo>
                  <a:cubicBezTo>
                    <a:pt x="88827" y="-46"/>
                    <a:pt x="47655" y="21853"/>
                    <a:pt x="23072" y="58399"/>
                  </a:cubicBezTo>
                  <a:cubicBezTo>
                    <a:pt x="-1621" y="94846"/>
                    <a:pt x="-6844" y="141097"/>
                    <a:pt x="9101" y="182132"/>
                  </a:cubicBezTo>
                  <a:lnTo>
                    <a:pt x="69408" y="315429"/>
                  </a:lnTo>
                  <a:lnTo>
                    <a:pt x="121453" y="424597"/>
                  </a:lnTo>
                  <a:cubicBezTo>
                    <a:pt x="124754" y="430903"/>
                    <a:pt x="132542" y="433341"/>
                    <a:pt x="138849" y="430040"/>
                  </a:cubicBezTo>
                  <a:cubicBezTo>
                    <a:pt x="141175" y="428822"/>
                    <a:pt x="143074" y="426923"/>
                    <a:pt x="144292" y="424597"/>
                  </a:cubicBezTo>
                  <a:lnTo>
                    <a:pt x="196350" y="315429"/>
                  </a:lnTo>
                  <a:lnTo>
                    <a:pt x="256644" y="182132"/>
                  </a:lnTo>
                  <a:cubicBezTo>
                    <a:pt x="272592" y="141098"/>
                    <a:pt x="267375" y="94849"/>
                    <a:pt x="242685" y="58399"/>
                  </a:cubicBezTo>
                  <a:cubicBezTo>
                    <a:pt x="218096" y="21854"/>
                    <a:pt x="176920" y="-44"/>
                    <a:pt x="132872" y="0"/>
                  </a:cubicBezTo>
                  <a:close/>
                </a:path>
              </a:pathLst>
            </a:custGeom>
            <a:grpFill/>
            <a:ln w="12799" cap="flat">
              <a:solidFill>
                <a:srgbClr val="C04F15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C85786F-47F9-00F9-657C-E5F026C51D59}"/>
                </a:ext>
              </a:extLst>
            </p:cNvPr>
            <p:cNvSpPr/>
            <p:nvPr/>
          </p:nvSpPr>
          <p:spPr>
            <a:xfrm>
              <a:off x="4094150" y="2467788"/>
              <a:ext cx="114247" cy="114247"/>
            </a:xfrm>
            <a:custGeom>
              <a:avLst/>
              <a:gdLst>
                <a:gd name="csX0" fmla="*/ 57059 w 114247"/>
                <a:gd name="csY0" fmla="*/ 25779 h 114247"/>
                <a:gd name="csX1" fmla="*/ 88405 w 114247"/>
                <a:gd name="csY1" fmla="*/ 57124 h 114247"/>
                <a:gd name="csX2" fmla="*/ 57059 w 114247"/>
                <a:gd name="csY2" fmla="*/ 88470 h 114247"/>
                <a:gd name="csX3" fmla="*/ 25713 w 114247"/>
                <a:gd name="csY3" fmla="*/ 57124 h 114247"/>
                <a:gd name="csX4" fmla="*/ 56385 w 114247"/>
                <a:gd name="csY4" fmla="*/ 25779 h 114247"/>
                <a:gd name="csX5" fmla="*/ 57059 w 114247"/>
                <a:gd name="csY5" fmla="*/ 25779 h 114247"/>
                <a:gd name="csX6" fmla="*/ 57059 w 114247"/>
                <a:gd name="csY6" fmla="*/ 1 h 114247"/>
                <a:gd name="csX7" fmla="*/ 0 w 114247"/>
                <a:gd name="csY7" fmla="*/ 57189 h 114247"/>
                <a:gd name="csX8" fmla="*/ 57188 w 114247"/>
                <a:gd name="csY8" fmla="*/ 114248 h 114247"/>
                <a:gd name="csX9" fmla="*/ 114247 w 114247"/>
                <a:gd name="csY9" fmla="*/ 57124 h 114247"/>
                <a:gd name="csX10" fmla="*/ 57614 w 114247"/>
                <a:gd name="csY10" fmla="*/ 1 h 114247"/>
                <a:gd name="csX11" fmla="*/ 57123 w 114247"/>
                <a:gd name="csY11" fmla="*/ 1 h 114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4247" h="114247">
                  <a:moveTo>
                    <a:pt x="57059" y="25779"/>
                  </a:moveTo>
                  <a:cubicBezTo>
                    <a:pt x="74371" y="25779"/>
                    <a:pt x="88405" y="39812"/>
                    <a:pt x="88405" y="57124"/>
                  </a:cubicBezTo>
                  <a:cubicBezTo>
                    <a:pt x="88405" y="74437"/>
                    <a:pt x="74371" y="88470"/>
                    <a:pt x="57059" y="88470"/>
                  </a:cubicBezTo>
                  <a:cubicBezTo>
                    <a:pt x="39747" y="88470"/>
                    <a:pt x="25713" y="74437"/>
                    <a:pt x="25713" y="57124"/>
                  </a:cubicBezTo>
                  <a:cubicBezTo>
                    <a:pt x="25528" y="39999"/>
                    <a:pt x="39259" y="25964"/>
                    <a:pt x="56385" y="25779"/>
                  </a:cubicBezTo>
                  <a:cubicBezTo>
                    <a:pt x="56609" y="25776"/>
                    <a:pt x="56835" y="25776"/>
                    <a:pt x="57059" y="25779"/>
                  </a:cubicBezTo>
                  <a:moveTo>
                    <a:pt x="57059" y="1"/>
                  </a:moveTo>
                  <a:cubicBezTo>
                    <a:pt x="25511" y="37"/>
                    <a:pt x="-36" y="25641"/>
                    <a:pt x="0" y="57189"/>
                  </a:cubicBezTo>
                  <a:cubicBezTo>
                    <a:pt x="36" y="88737"/>
                    <a:pt x="25640" y="114284"/>
                    <a:pt x="57188" y="114248"/>
                  </a:cubicBezTo>
                  <a:cubicBezTo>
                    <a:pt x="88711" y="114212"/>
                    <a:pt x="114247" y="88648"/>
                    <a:pt x="114247" y="57124"/>
                  </a:cubicBezTo>
                  <a:cubicBezTo>
                    <a:pt x="114382" y="25712"/>
                    <a:pt x="89027" y="136"/>
                    <a:pt x="57614" y="1"/>
                  </a:cubicBezTo>
                  <a:cubicBezTo>
                    <a:pt x="57451" y="0"/>
                    <a:pt x="57287" y="0"/>
                    <a:pt x="57123" y="1"/>
                  </a:cubicBezTo>
                  <a:close/>
                </a:path>
              </a:pathLst>
            </a:custGeom>
            <a:grpFill/>
            <a:ln w="12799" cap="flat">
              <a:solidFill>
                <a:srgbClr val="C04F15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81588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Avenis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Anisur Rahman Bayazid</dc:creator>
  <cp:lastModifiedBy>Anisur Rahman Bayazid</cp:lastModifiedBy>
  <cp:revision>1</cp:revision>
  <dcterms:created xsi:type="dcterms:W3CDTF">2026-08-19T04:25:42Z</dcterms:created>
  <dcterms:modified xsi:type="dcterms:W3CDTF">2026-08-19T04:33:25Z</dcterms:modified>
</cp:coreProperties>
</file>